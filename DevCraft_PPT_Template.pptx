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B35B-15DF-1563-E1E6-3845FCA76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6EE55-FF90-A823-16A1-6F6450F84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645E6-E02A-630E-9E35-B5509852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CFF2-04C4-D152-4B8C-AFED00A05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B12CE-DCE2-96EF-7CEE-8E5D563E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81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6BCA-7DA4-AC5D-DB5B-BF00F775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A1BD7-71AC-9349-A609-C51E816F4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B6FAA-61B0-77BB-CEF0-F1CF07A3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6C92B-15E0-3E8F-AD28-102BD8E9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FF385-A966-EA8E-0ECE-49D772CA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21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8E79-18B3-6824-A352-5DD67F9E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9A1D8-509A-42D0-50B0-76D2447C3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07469-EB53-4791-3819-CB948CDA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43A63-86B2-56C2-146C-375C09EF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B58CA-558F-0BA3-2E77-81074CAA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76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20D9-4F99-6D14-D995-CAA15D3F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99739-08A2-9366-52EB-7D3C17D39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E9B05-C5F0-60AB-4006-D800F2FCB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45333-A7F4-9901-56FD-ACDD167D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76C3F-6B03-39CA-5636-A61F11DF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9D20D-CA3D-5E6B-0E76-D97F909C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79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7F43-199E-9BCE-4D50-8954E0BE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944D7-22FF-36E1-07F6-22B641C1A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D578C-0C27-36FD-D472-D82FECC0B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E7AE5-1AAE-E65C-8B3C-DFFEBDDFC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FE1B1-3F36-0693-EC88-BD4DD6BA7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C6DC3-E138-7203-3032-7A1B1C8F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A86E1-47F6-C489-4161-38C1E5B2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2C850-8984-D4A3-A7DE-A2403DF6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12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10CE-4398-0C10-BE9E-9D6A4199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4C36B-338F-4187-B505-9F3CCC6A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0D226-7EC5-6E85-9BBB-1CCA9096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ED67B-ACA7-C075-7748-E1BB773F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9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5109B3-7EF0-CD32-1BFA-5328B75A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A2E8F-C387-572C-CD62-8CF7A66F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60C2C-1F2B-51AB-C9F8-19DB9992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619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6AEC-9BA0-FC55-91D9-596305A8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FD214-E3F2-EEB2-2959-022E2A6FF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0B84B-ADF1-B398-7318-B2C5B1F95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AFB36-A21B-414B-9428-9E72946D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86F34-1B4B-6F27-5041-44614842D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251D5-4BB1-F69B-6B1F-7E84E162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67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2E39-BD9F-5C3C-D08A-AB8A6285B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602E83-9BBB-546C-6579-DB7689994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81896-3FD0-751E-CB7B-EA1C04BDB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8E466-427F-63B4-ED25-284497B2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9ABBE-94A1-F6B9-10C0-40671AE5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34366-3637-7934-0DF7-A5830FB1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85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C403-1CBB-80EC-73A8-3EDB4CFC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64E7E-9512-F79C-3FD5-4EBFF865A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4D681-3469-5E46-6E8F-BB3E5942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237A4-C073-9A53-503A-8B3D7CE91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EE962-73F4-EA2D-AED4-1273FAF7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5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82872-BD1F-5FE4-6E63-AD318388E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1EE48-43E8-58C9-147D-9441A5177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C8A8-3FED-5156-3D67-A68A70FF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C20D-3E76-6CC2-EA7D-E05C92D0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1B5D8-51DD-5D53-BABF-6B8E5E54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70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0BA52-6A8D-EDB3-CBD0-0AAD804F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28725-ED4F-0BC9-E489-8DF39A73F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81F21-289C-BD44-047B-155F9FB92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B1A81-041A-5B2C-CADF-7173BB18D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9948D-7CCA-4327-C4DE-AA33A24A4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7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FA9D-AA8C-183A-340F-4284C253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00F163-E7FA-1B2C-D5E0-4ABC6D628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D2B560-468C-AE00-FD08-190FAA9C2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Title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8AD9CD-CFB0-97F2-617B-EF14201326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552756"/>
            <a:ext cx="558473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FlowGuard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Tagline: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Agentic Smart Payment+ Fraud Guardian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Team 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MATRIX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DevCraft: Simon’s Command Line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Date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06/04/2026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Domain: FINTECH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93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08B3B-0FDC-937D-B730-D2DCFE2D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A4A0CE-87ED-FA30-F1CA-9ABEA2411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7E70B9-3D8E-AC8C-FD71-33A8999FB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Problem Statement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2B27E45-4DC9-8663-BB32-0C57F55FD70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4206379"/>
            <a:ext cx="103548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Users and small businesses face high fraud risks amid rising AI-generated scams.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Real-time and cross-border payments suffer from delays and high fees.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Traditional systems lack intelligent routing and instant risk scoring to protect users effectively. </a:t>
            </a:r>
          </a:p>
        </p:txBody>
      </p:sp>
    </p:spTree>
    <p:extLst>
      <p:ext uri="{BB962C8B-B14F-4D97-AF65-F5344CB8AC3E}">
        <p14:creationId xmlns:p14="http://schemas.microsoft.com/office/powerpoint/2010/main" val="342013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82DC-8B8F-5773-F3B9-0B382CCD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D13157-B955-921F-107B-76F8794C0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BE8F45-6E88-24FC-6BE1-2BF874E6C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Target Audience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CD99337-641B-7909-3B01-26BB70A1482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968254"/>
            <a:ext cx="1004569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Individual users navigating the digital payments ecosystem (e.g., UPI users in India).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Small businesses requiring secure, real-time domestic and cross-border payment solutions.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Developers needing easy-to-integrate payment orchestration tools.</a:t>
            </a:r>
          </a:p>
        </p:txBody>
      </p:sp>
    </p:spTree>
    <p:extLst>
      <p:ext uri="{BB962C8B-B14F-4D97-AF65-F5344CB8AC3E}">
        <p14:creationId xmlns:p14="http://schemas.microsoft.com/office/powerpoint/2010/main" val="365731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0F17-D71F-4E5D-8264-47A9F6A2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C68430-CC32-D06A-B654-DB3AF9A53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4DFB8E-8883-9ACA-6E6F-AA08D471D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Existing Solutions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D4A3967-C8F5-E344-F38E-77281C879A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691255"/>
            <a:ext cx="956223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SWIFT/NEFT: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Reliable but suffer from multi-day delays and high fees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transfers.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 UPI: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Excellent for instant domestic payments but limited for cross-border routing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and advanced, real-time AI fraud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 Rule-Based Fraud Systems: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Easily bypassed by modern AI-generated scams.</a:t>
            </a:r>
          </a:p>
        </p:txBody>
      </p:sp>
    </p:spTree>
    <p:extLst>
      <p:ext uri="{BB962C8B-B14F-4D97-AF65-F5344CB8AC3E}">
        <p14:creationId xmlns:p14="http://schemas.microsoft.com/office/powerpoint/2010/main" val="236141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8092-3A14-DA37-5C79-FFB96B58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6E1A02-DDF7-89F3-98B0-23412617B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15C0A3-67F8-05CD-6B78-1C156A8A8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Gaps &amp; Opportunities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C5AC4D0-C040-9C23-212A-659D6D8DB9D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691256"/>
            <a:ext cx="973862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Gap: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Current payment systems handle routing and fraud detection as separate,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often manual or slow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Opportunity: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creating a unified platform where an "agentic AI" acts as 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intelligent command center, we can seamlessly combine optimal payment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routing with millisecond fraud detection.</a:t>
            </a:r>
          </a:p>
        </p:txBody>
      </p:sp>
    </p:spTree>
    <p:extLst>
      <p:ext uri="{BB962C8B-B14F-4D97-AF65-F5344CB8AC3E}">
        <p14:creationId xmlns:p14="http://schemas.microsoft.com/office/powerpoint/2010/main" val="81080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4A417-F70C-76F1-8DA7-9F84EA24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AD5367-3E92-5729-6FD7-273C70AAD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87607C-AF5E-2567-232F-3994FF9F2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Your Solution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568764-0B16-6B37-1E1D-049B3BE6A5B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552756"/>
            <a:ext cx="947246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FlowGuard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AI-powered payment orchestration platform acting as 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intelligent command center.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analyzes transaction patterns (amount, recipient, behavior) and detects fraud risk 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milliseconds using ML models and rules.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autonomously routes transactions optimally (e.g., UPI for domestic, stablecoin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cross-border) and delivers personalized financial insights. </a:t>
            </a:r>
          </a:p>
        </p:txBody>
      </p:sp>
    </p:spTree>
    <p:extLst>
      <p:ext uri="{BB962C8B-B14F-4D97-AF65-F5344CB8AC3E}">
        <p14:creationId xmlns:p14="http://schemas.microsoft.com/office/powerpoint/2010/main" val="1347914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2507-FD22-2E16-53F4-E66535A4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BCE28E-E731-156C-EDC9-D5CD678B6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95F80B-DB77-DFBE-02AB-06459A8C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Key Features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4228353-089C-1F73-E7B3-326B947E6E8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552756"/>
            <a:ext cx="1026114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&amp; Analytics: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balances, transaction history, risk heatmaps,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distribution charts, and agent activity logs.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Payments: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routing optimization across UPI, Stablecoin, and SWIFT channels.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Fraud Detection: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ML-powered (Isolation Forest) and rule-based system that scores risk in ~2ms.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Agent &amp; CLI: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Autonomous routing decisions with natural language explanations,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paired with a developer-friendly CLI terminal 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flowguard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send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analyze</a:t>
            </a:r>
            <a:r>
              <a:rPr lang="en-US" altLang="en-US" sz="1400" dirty="0">
                <a:latin typeface="Arial Unicode MS"/>
              </a:rPr>
              <a:t>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21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CE99-2961-B95A-6509-047601B34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5206E9-DF7E-9DFF-CAC2-03673EB75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1795BD-090E-6657-E419-87C2FF670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906B9-56E0-797C-DD33-8F28BE5FF2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31381A-116F-E463-0AE9-9AB6853E7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323" y="3039428"/>
            <a:ext cx="5696745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313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081B4-DCB3-98E2-06A8-576EFC80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17783E-C433-A152-F467-61CD75CD3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1FA6C2-5A0A-1FF0-1EBE-5E203A16E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Tech Stack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C367528-7106-7955-EB7D-4309CFA3898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prstGeom prst="rect">
            <a:avLst/>
          </a:prstGeom>
          <a:solidFill>
            <a:srgbClr val="0D11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0F6FC"/>
                </a:solidFill>
                <a:effectLst/>
                <a:latin typeface="Mona Sans VF"/>
              </a:rPr>
              <a:t>Frontend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0F6FC"/>
                </a:solidFill>
                <a:effectLst/>
                <a:latin typeface="Mona Sans VF"/>
              </a:rPr>
              <a:t>: React 18 + Vite + Vanilla CSS (golden/dark theme)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0F6FC"/>
                </a:solidFill>
                <a:effectLst/>
                <a:latin typeface="Mona Sans VF"/>
              </a:rPr>
              <a:t>Backend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0F6FC"/>
                </a:solidFill>
                <a:effectLst/>
                <a:latin typeface="Mona Sans VF"/>
              </a:rPr>
              <a:t>: FastAPI (Python) + Uvicorn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0F6FC"/>
                </a:solidFill>
                <a:effectLst/>
                <a:latin typeface="Mona Sans VF"/>
              </a:rPr>
              <a:t>AI/LLM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0F6FC"/>
                </a:solidFill>
                <a:effectLst/>
                <a:latin typeface="Mona Sans VF"/>
              </a:rPr>
              <a:t>: OpenRouter (Meta LLaMA 3.1 8B — free tier)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0F6FC"/>
                </a:solidFill>
                <a:effectLst/>
                <a:latin typeface="Mona Sans VF"/>
              </a:rPr>
              <a:t>Fraud ML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0F6FC"/>
                </a:solidFill>
                <a:effectLst/>
                <a:latin typeface="Mona Sans VF"/>
              </a:rPr>
              <a:t>: scikit-learn (Isolation Forest anomaly detection)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0F6FC"/>
                </a:solidFill>
                <a:effectLst/>
                <a:latin typeface="Mona Sans VF"/>
              </a:rPr>
              <a:t>Payments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0F6FC"/>
                </a:solidFill>
                <a:effectLst/>
                <a:latin typeface="Mona Sans VF"/>
              </a:rPr>
              <a:t>: In-memory ledger with UPI, IMPS, NEFT, SWIFT, Stablecoin simulation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0F6FC"/>
                </a:solidFill>
                <a:effectLst/>
                <a:latin typeface="Mona Sans VF"/>
              </a:rPr>
              <a:t>CLI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0F6FC"/>
                </a:solidFill>
                <a:effectLst/>
                <a:latin typeface="Mona Sans VF"/>
              </a:rPr>
              <a:t>: Built-in browser terminal + Python 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typer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0F6FC"/>
                </a:solidFill>
                <a:effectLst/>
                <a:latin typeface="Mona Sans VF"/>
              </a:rPr>
              <a:t> CLI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68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51831-6846-427E-64BB-101402158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831684-E944-D21A-AEB7-C0CD07568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31271-7B83-E6B0-4697-A9B3A4A0B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71716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3AC6F-97B4-C038-5116-BCDB0E747F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AA542B-D787-8536-5DF4-71E382B85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8899" y="2807208"/>
            <a:ext cx="8434201" cy="378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36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2F5D3-4344-4362-805C-8F963B27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FB6C13-3B8B-52D8-104D-1E08E396A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824925-7E47-111A-5B2A-714F7E54B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Impact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92949-4812-3723-5970-052C9D70C0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Mona Sans VF"/>
              </a:rPr>
              <a:t>"Reduces fraud losses by up to </a:t>
            </a:r>
            <a:r>
              <a:rPr lang="en-GB" b="1" i="0" dirty="0">
                <a:effectLst/>
                <a:latin typeface="Mona Sans VF"/>
              </a:rPr>
              <a:t>60%</a:t>
            </a:r>
            <a:r>
              <a:rPr lang="en-GB" b="0" i="0" dirty="0">
                <a:effectLst/>
                <a:latin typeface="Mona Sans VF"/>
              </a:rPr>
              <a:t> while cutting cross-border fees and enabling instant settlement — perfect for India's UPI ecosystem and global expansion."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245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0058-2A1B-9A2D-4ACF-404877CE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AED9E8-8E9E-772E-A148-23AF520FE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38C520-B6A8-E5A5-6C12-E50EB51E1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7054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Future Scope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C79BB60-0058-BC6B-AC0D-DB276C94CF7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41120" y="3039428"/>
            <a:ext cx="1011052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Production Database Integration: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current architecture uses an "In-memory ledger“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A critical future step is migrating this to a robust, persistent database (like PostgreSQL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 MongoDB) to handle real user data and history.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Blockchain Integration: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platform currently relies on "Stablecoin simulation".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future scope involves integrating with real Layer-2 blockchain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testnets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mainnets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to execute actual crypto cross-border transfers.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Bank/Gateway APIs: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Currently, UPI, IMPS, NEFT, and SWIFT are simulated within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in-memory ledger. Future iterations will require integrating live APIs from banking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providers (like Stripe,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Razorpay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Plaid).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Enterprise AI Scaling: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MVP utilizes the free tier of Meta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3.1 8B via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OpenRouter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the application scales, moving to dedicated LLM hosting or more advanced enterprise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will ensure faster, more reliable routing and insights.</a:t>
            </a:r>
          </a:p>
        </p:txBody>
      </p:sp>
    </p:spTree>
    <p:extLst>
      <p:ext uri="{BB962C8B-B14F-4D97-AF65-F5344CB8AC3E}">
        <p14:creationId xmlns:p14="http://schemas.microsoft.com/office/powerpoint/2010/main" val="3624677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C9BC0-B449-3880-DCF1-3623A942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C3DCD4-1187-52B4-EA97-0B89E26E6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34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C69965-D790-CADB-8E84-39390523C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Team Info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A35DE3-EB13-2BDB-C6EF-256EC4ACC71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179953" y="3880026"/>
            <a:ext cx="8296245" cy="1096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Member 1: Aditya </a:t>
            </a:r>
            <a:r>
              <a:rPr lang="en-US" sz="18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Dugar</a:t>
            </a: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(Team Leader &amp; Backend developer)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Member 2: </a:t>
            </a:r>
            <a:r>
              <a:rPr lang="en-US" sz="18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Raunak</a:t>
            </a: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Bothra</a:t>
            </a: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(Problem Statement finder &amp; Solution giver)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Member 3: Vijaya Rupesh N(Frontend Developer)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367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682</Words>
  <Application>Microsoft Office PowerPoint</Application>
  <PresentationFormat>Widescreen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Arial Unicode MS</vt:lpstr>
      <vt:lpstr>Calibri</vt:lpstr>
      <vt:lpstr>Calibri Light</vt:lpstr>
      <vt:lpstr>Mona Sans VF</vt:lpstr>
      <vt:lpstr>Monaspace Neon</vt:lpstr>
      <vt:lpstr>Montserrat</vt:lpstr>
      <vt:lpstr>Open Sans</vt:lpstr>
      <vt:lpstr>Office Theme</vt:lpstr>
      <vt:lpstr>Title</vt:lpstr>
      <vt:lpstr>Problem Statement</vt:lpstr>
      <vt:lpstr>Target Audience</vt:lpstr>
      <vt:lpstr>Existing Solutions</vt:lpstr>
      <vt:lpstr>Gaps &amp; Opportunities</vt:lpstr>
      <vt:lpstr>Your Solution</vt:lpstr>
      <vt:lpstr>Key Features</vt:lpstr>
      <vt:lpstr>System Architecture</vt:lpstr>
      <vt:lpstr>Tech Stack</vt:lpstr>
      <vt:lpstr>Workflow</vt:lpstr>
      <vt:lpstr>Impact</vt:lpstr>
      <vt:lpstr>Future Scope</vt:lpstr>
      <vt:lpstr>Team 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Pranav</dc:creator>
  <cp:lastModifiedBy>VIJAYA RUPESH N</cp:lastModifiedBy>
  <cp:revision>23</cp:revision>
  <dcterms:created xsi:type="dcterms:W3CDTF">2026-04-04T11:36:02Z</dcterms:created>
  <dcterms:modified xsi:type="dcterms:W3CDTF">2026-04-06T09:31:31Z</dcterms:modified>
</cp:coreProperties>
</file>